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MiPatita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Microservicios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cuidado de mascotas — registro de paseos, comidas y recordatorios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297680"/>
            <a:ext cx="4572000" cy="0"/>
          </a:xfrm>
          <a:prstGeom prst="line">
            <a:avLst/>
          </a:prstGeom>
          <a:noFill/>
          <a:ln w="25400">
            <a:solidFill>
              <a:srgbClr val="1E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480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Fullstack I (DSY1103)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Camila Cornejo · Constanza Sarmiento · Rodrigo Valdivia · Maximiliano Morales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Profesor: Roberto Simón Osses Vecchi  ·  04 de junio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desafío: de un sistema único a microservicios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— Monolito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programa que hace TODO: usuarios, mascotas, lógica y datos.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base de datos.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parte falla, se cae todo.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escalar y mantener.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AF0FF"/>
          </a:solidFill>
          <a:ln w="12700">
            <a:solidFill>
              <a:srgbClr val="C9D8FF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— Microservicios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servicios independientes, cada uno con su responsabilidad.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con su PROPIA base de datos.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comunican por HTTP (Feign).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Desacoplados: uno puede cambiar o caerse sin romper al otro.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FÍSICA Y LÓGICA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3000" dirty="0"/>
          </a:p>
        </p:txBody>
      </p:sp>
      <p:pic>
        <p:nvPicPr>
          <p:cNvPr id="5" name="Image 0" descr="C:\Users\Maxit\Documents\Fullstack\Entrega_Parcial2\diagrama\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904" y="1051560"/>
            <a:ext cx="4572000" cy="5422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microservicios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MiPatita (8080): auth, usuarios, actividades, recordatorios.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Mascotas (8081): CRUD de mascotas.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con su BD SQLite.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41080" y="146304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FFF8E9"/>
          </a:solidFill>
          <a:ln w="12700">
            <a:solidFill>
              <a:srgbClr val="FFE2A8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782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comunican por Feign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23960" y="20574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A6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MiPatita consume la API de Mascotas.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A6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comparten base de datos.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A6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validar que la mascota exista antes de crear un paseo.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PRINCIPAL · PUERTO 8080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 1 — MiPatita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Responsabilidad: identidad, seguridad y lógica de negocio (paseos, comidas, recordatorios). Sigue el patrón CSR.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HTTP, valida y responde (ResponseEntity)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C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 (autenticar, validar mascota)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C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con Spring Data JPA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 w="12700">
            <a:solidFill>
              <a:srgbClr val="C9D8FF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propia: </a:t>
            </a:r>
            <a:pPr indent="0" marL="0">
              <a:buNone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mipatita.db  —  tablas: usuarios, actividades, recordatorios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+ JWT (stateless)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Validation (@Valid)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errores centralizado (@RestControllerAdvice)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estructurados en JSON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DE DOMINIO · PUERTO 8081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 2 — Mascotas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única: gestionar los datos de las mascotas (CRUD). No sabe de usuarios ni de seguridad. También sigue el patrón CSR.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/api/v1/mascotas (GET, POST, PUT, DELETE)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C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mascotas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C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con Spring Data JPA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2700">
            <a:solidFill>
              <a:srgbClr val="B7E3CB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propia: </a:t>
            </a:r>
            <a:pPr indent="0" marL="0">
              <a:buNone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mascotas.db  —  tabla: mascotas (id, nombre, raza, peso, edad, ...)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una API REST que MiPatita consume.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Validation + @RestControllerAdvice propios.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ejemplo: 5 mascotas creadas al iniciar (Oreo, Luna, Coco, Mia, Spike).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OBLIGATORIO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Persistencia: JPA + Hibernate + Flyway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/ Hibernate mapean las clases Java a tablas (ORM).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ddl-auto = none: Hibernate NO crea ni modifica tablas (peligroso en producción).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 ejecuta migraciones VERSIONADAS al iniciar: V1__crear_tablas.sql, luego V2, V3...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historial de la base queda controlado y es reproducible en cualquier PC.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0E1B33"/>
          </a:solidFill>
          <a:ln w="12700">
            <a:solidFill>
              <a:srgbClr val="0E1B33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916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spring.jpa.hibernate.ddl-auto=none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spring.flyway.enabled=true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db/migration/V1__crear_tabla_mascotas.sql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mascotas (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id_mascota INTEGER PRIMARY KEY,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VARCHAR(255) NOT NULL, ...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HTTP DECLARATIVO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entre microservicios: Feign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Feign Client: se declara una INTERFAZ con los endpoints del otro servicio.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genera la conexión HTTP automáticamente.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negocio cross-service: antes de registrar un paseo, MiPatita pregunta a Mascotas si la mascota existe.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existe → 400 y no se crea. Así hay consistencia SIN compartir base de datos.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E1B33"/>
          </a:solidFill>
          <a:ln w="12700">
            <a:solidFill>
              <a:srgbClr val="0E1B33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9164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@FeignClient(name="mascotas",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url="${mascotas.service.url}")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MascotaClient {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@GetMapping("/verificar/{id}")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verificarMascota(@PathVariable id);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ActividadService: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if(!mascotaClient.verificarMascota(id))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throw new RuntimeException(...);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Seguridad: Spring Security + JWT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sesiones en el servidor (STATELESS): el login devuelve un TOKEN firmado.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petición el cliente manda el token: Authorization: Bearer &lt;token&gt;.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JwtAuthenticationFilter valida el token antes de dejar pasar a las rutas protegidas.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cifradas con BCrypt — nunca en texto plano.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y expiración del token externalizados en configuración.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480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POST /login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44805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2D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71800" y="44805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4480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Token JWT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44805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2D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44805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4480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Request + Bearer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44805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2D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35240" y="44805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 w="12700">
            <a:solidFill>
              <a:srgbClr val="C9D8FF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4480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Filtro valida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46920" y="44805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2D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966960" y="44805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4480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Acceso OK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HTTP LIMPIAS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manejo de errores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Validation (@Valid, @NotBlank, @NotNull, @Min) + ResponseEntity con códigos semánticos, capturados de forma CENTRALIZADA con @RestControllerAdvice: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74320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HTTP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se maneja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inválidos (@Valid falla)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Bad Request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GlobalExceptionHandler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Credenciales incorrectas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 Unauthorized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CredencialesInvalidasException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no encontrado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 Not Found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(ResponseEntity)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 exitosa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 Created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(ResponseEntity)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Eliminación exitosa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 No Content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(ResponseEntity)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inesperado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Internal 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GlobalExceptionHandler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Observabilidad: logs en JSON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servicios escriben logs ESTRUCTURADOS en formato JSON (SLF4J + Logback).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Legibles por máquina: timestamp, nivel, servicio, clase y mensaje.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Niveles: INFO (flujo normal), WARN (avisos), ERROR (fallos críticos).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la clase permite seguir una petición por las capas: Controller → Service → Repository.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E1B33"/>
          </a:solidFill>
          <a:ln w="12700">
            <a:solidFill>
              <a:srgbClr val="0E1B33"/>
            </a:solidFill>
            <a:prstDash val="solid"/>
          </a:ln>
          <a:effectLst>
            <a:outerShdw sx="100000" sy="100000" kx="0" ky="0" algn="bl" rotWithShape="0" blurRad="101600" dist="25400" dir="5400000">
              <a:srgbClr val="B9C4D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{"timestamp":"2026-06-04T18:46:05",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"level":"INFO",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"service":"mipatita",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"logger":"...service.UsuarioService",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D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"message":"Autenticación exitosa para maxi"}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PROBADO DE EXTREMO A EXTREMO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(Postman)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+ Login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+ token JWT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Pedir mascotas SIN token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 Forbidden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Pedir mascotas CON token (vía Feign)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+ 5 mascotas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mascota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 Created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paseo (mascota válida)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 Created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paseo (mascota inexistente)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— Feign avisó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actividad sin datos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— Bean 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Migramos MiPatita a una arquitectura de microservicios real y funcional.</a:t>
            </a:r>
            <a:endParaRPr lang="en-US" sz="19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servicios desacoplados, cada uno con su propia base de datos.</a:t>
            </a:r>
            <a:endParaRPr lang="en-US" sz="19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por Feign con reglas de negocio entre servicios.</a:t>
            </a:r>
            <a:endParaRPr lang="en-US" sz="19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stateless con JWT, validaciones y manejo de errores centralizado.</a:t>
            </a:r>
            <a:endParaRPr lang="en-US" sz="19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controlada con JPA + Flyway, y observabilidad con logs JSON.</a:t>
            </a:r>
            <a:endParaRPr lang="en-US" sz="19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un sistema organizado, seguro, mantenible y tolerante a fallos.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MiPatita — Arquitectura de Microservicios · DSY1103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2026-06-04T22:59:30Z</dcterms:created>
  <dcterms:modified xsi:type="dcterms:W3CDTF">2026-06-04T22:59:30Z</dcterms:modified>
</cp:coreProperties>
</file>